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52600"/>
            <a:ext cx="3925062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50" y="2416076"/>
            <a:ext cx="392506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Workshop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3092351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| Signals | Zoneless | SignalStore | Vitest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3368576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Tage | Hands-on | Enterprise-Ready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4349800"/>
            <a:ext cx="28314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Tobias Oberrauch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4610100"/>
            <a:ext cx="28314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 - Digital Venture Consultants | Frankfurt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2050" y="1936849"/>
            <a:ext cx="1269950" cy="1269950"/>
          </a:xfrm>
          <a:prstGeom prst="roundRect">
            <a:avLst>
              <a:gd name="adj" fmla="val 72003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4475" y="2281238"/>
            <a:ext cx="576402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19075"/>
            <a:ext cx="358350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Workshop-Agenda: 5 Tage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15901"/>
            <a:ext cx="1990427" cy="1873300"/>
          </a:xfrm>
          <a:prstGeom prst="roundRect">
            <a:avLst>
              <a:gd name="adj" fmla="val 406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015901"/>
            <a:ext cx="0" cy="1873300"/>
          </a:xfrm>
          <a:prstGeom prst="line">
            <a:avLst/>
          </a:prstGeom>
          <a:noFill/>
          <a:ln w="47625">
            <a:solidFill>
              <a:srgbClr val="DD00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276" y="1193602"/>
            <a:ext cx="1619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3276" y="1422202"/>
            <a:ext cx="16191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&amp; Migration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3276" y="18285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Projekt-Scaffold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3276" y="19809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3276" y="21333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NgModule Migration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3276" y="22857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Injection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0778" y="1015901"/>
            <a:ext cx="1990427" cy="1873300"/>
          </a:xfrm>
          <a:prstGeom prst="roundRect">
            <a:avLst>
              <a:gd name="adj" fmla="val 406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674590" y="1015901"/>
            <a:ext cx="0" cy="1873300"/>
          </a:xfrm>
          <a:prstGeom prst="line">
            <a:avLst/>
          </a:prstGeom>
          <a:noFill/>
          <a:ln w="47625">
            <a:solidFill>
              <a:srgbClr val="DD00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6104" y="1193602"/>
            <a:ext cx="1619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76104" y="1422202"/>
            <a:ext cx="1619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Reactivity Revolution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76104" y="16761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signal(), computed(), effect()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76104" y="18285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input() / output() / model()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76104" y="19809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Zoneless Change Detection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76104" y="21333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Performance-Analyse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93605" y="1015901"/>
            <a:ext cx="1990427" cy="1873300"/>
          </a:xfrm>
          <a:prstGeom prst="roundRect">
            <a:avLst>
              <a:gd name="adj" fmla="val 406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817418" y="1015901"/>
            <a:ext cx="0" cy="1873300"/>
          </a:xfrm>
          <a:prstGeom prst="line">
            <a:avLst/>
          </a:prstGeom>
          <a:noFill/>
          <a:ln w="47625">
            <a:solidFill>
              <a:srgbClr val="DD00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8931" y="1193602"/>
            <a:ext cx="1619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8931" y="1422202"/>
            <a:ext cx="1619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Testing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8931" y="16761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NgRx SignalStore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18931" y="18285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API &amp; HTTP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18931" y="19809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Migration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18931" y="21333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Patterns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950" y="3041600"/>
            <a:ext cx="1990427" cy="1720900"/>
          </a:xfrm>
          <a:prstGeom prst="roundRect">
            <a:avLst>
              <a:gd name="adj" fmla="val 442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1763" y="3041600"/>
            <a:ext cx="0" cy="1720900"/>
          </a:xfrm>
          <a:prstGeom prst="line">
            <a:avLst/>
          </a:prstGeom>
          <a:noFill/>
          <a:ln w="47625">
            <a:solidFill>
              <a:srgbClr val="DD00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276" y="3219301"/>
            <a:ext cx="1619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3276" y="3447901"/>
            <a:ext cx="1619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&amp; Accessibility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3276" y="37018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Forms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3276" y="38542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Validation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3276" y="40066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WAI-ARIA Patterns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3276" y="41590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 Testing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50778" y="3041600"/>
            <a:ext cx="1990427" cy="1720900"/>
          </a:xfrm>
          <a:prstGeom prst="roundRect">
            <a:avLst>
              <a:gd name="adj" fmla="val 442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2674590" y="3041600"/>
            <a:ext cx="0" cy="1720900"/>
          </a:xfrm>
          <a:prstGeom prst="line">
            <a:avLst/>
          </a:prstGeom>
          <a:noFill/>
          <a:ln w="47625">
            <a:solidFill>
              <a:srgbClr val="DD003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76104" y="3219301"/>
            <a:ext cx="1619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76104" y="3447901"/>
            <a:ext cx="1619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&amp; Wrap-Up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876104" y="37018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876104" y="38542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Build-Optimierung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876104" y="40066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Migrations-Checklisten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876104" y="4159002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Abschlussprojekt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19075"/>
            <a:ext cx="500272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Components &amp; Migration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43093" y="190500"/>
            <a:ext cx="792956" cy="323850"/>
          </a:xfrm>
          <a:prstGeom prst="roundRect">
            <a:avLst>
              <a:gd name="adj" fmla="val 15686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20794" y="266700"/>
            <a:ext cx="446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015901"/>
            <a:ext cx="2512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Vormittag: Projekt-Scaffold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342876"/>
            <a:ext cx="2512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Enterprise-Projektstruktur aufsetzen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561951"/>
            <a:ext cx="2512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| shared/ | features/ | layout/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781026"/>
            <a:ext cx="2512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mit provideRouter()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000101"/>
            <a:ext cx="2512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DevTools kennenlernen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320677"/>
            <a:ext cx="2512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Nachmittag: Standalone Migration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539752"/>
            <a:ext cx="2512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NgModule zu Standalone Components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758827"/>
            <a:ext cx="2512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declarations vs. imports im Component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2977902"/>
            <a:ext cx="25122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bootstrapApplication() statt bootstrapModule()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3339852"/>
            <a:ext cx="2512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Loading mit loadComponent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1907" y="1015901"/>
            <a:ext cx="2512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Vorher / Nachher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51907" y="1368326"/>
            <a:ext cx="2462957" cy="1111151"/>
          </a:xfrm>
          <a:prstGeom prst="roundRect">
            <a:avLst>
              <a:gd name="adj" fmla="val 4572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70957" y="1368326"/>
            <a:ext cx="0" cy="111115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6957" y="1495276"/>
            <a:ext cx="22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Vorher (NgModule)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16957" y="1666726"/>
            <a:ext cx="22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@NgModule({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16957" y="1838176"/>
            <a:ext cx="22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declarations: [MyComp],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16957" y="2009626"/>
            <a:ext cx="22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imports: [CommonModule]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16957" y="2181076"/>
            <a:ext cx="22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51907" y="2631877"/>
            <a:ext cx="2462957" cy="1111151"/>
          </a:xfrm>
          <a:prstGeom prst="roundRect">
            <a:avLst>
              <a:gd name="adj" fmla="val 4572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370957" y="2631877"/>
            <a:ext cx="0" cy="111115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6957" y="2758827"/>
            <a:ext cx="22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Nachher (Standalone)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16957" y="2930277"/>
            <a:ext cx="22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@Component({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16957" y="3101727"/>
            <a:ext cx="22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standalone: true (Default!)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16957" y="3273177"/>
            <a:ext cx="22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imports: [NgFor, NgIf]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16957" y="3444627"/>
            <a:ext cx="22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19075"/>
            <a:ext cx="51144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&amp; Zoneless Change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43093" y="190500"/>
            <a:ext cx="792956" cy="323850"/>
          </a:xfrm>
          <a:prstGeom prst="roundRect">
            <a:avLst>
              <a:gd name="adj" fmla="val 15686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20794" y="266700"/>
            <a:ext cx="446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015901"/>
            <a:ext cx="24363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Vormittag: Signals Deep Dive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342876"/>
            <a:ext cx="2436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signal() - Reaktiver State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561951"/>
            <a:ext cx="2436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computed() - Abgeleitete Werte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781026"/>
            <a:ext cx="2436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effect() - Seiteneffekte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000101"/>
            <a:ext cx="2436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input() / output() / model()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219176"/>
            <a:ext cx="2436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toSignal() und toObservable() Bridges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539752"/>
            <a:ext cx="2436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Nachmittag: Zoneless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758827"/>
            <a:ext cx="2436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Zone.js Monkey-Patching verstehen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2977902"/>
            <a:ext cx="2436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21: Zoneless als Default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3196977"/>
            <a:ext cx="2436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bestehender Apps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416052"/>
            <a:ext cx="2436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Performance-Profiling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77493" y="1015901"/>
            <a:ext cx="24363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77493" y="1342876"/>
            <a:ext cx="2388543" cy="939701"/>
          </a:xfrm>
          <a:prstGeom prst="roundRect">
            <a:avLst>
              <a:gd name="adj" fmla="val 5406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96543" y="1342876"/>
            <a:ext cx="0" cy="93970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2543" y="1469827"/>
            <a:ext cx="2138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Reaktiver State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42543" y="1641277"/>
            <a:ext cx="2138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signal(0);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42543" y="1812727"/>
            <a:ext cx="2138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doubled = computed(() =&gt;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42543" y="1984177"/>
            <a:ext cx="2138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this.count() * 2);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77493" y="2409527"/>
            <a:ext cx="2388543" cy="901601"/>
          </a:xfrm>
          <a:prstGeom prst="roundRect">
            <a:avLst>
              <a:gd name="adj" fmla="val 5634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96543" y="2409527"/>
            <a:ext cx="0" cy="90160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2543" y="2536478"/>
            <a:ext cx="2138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 Inputs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42543" y="2707928"/>
            <a:ext cx="21384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input.required&lt;string&gt;();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42543" y="3012728"/>
            <a:ext cx="2138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model(0);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77493" y="3438079"/>
            <a:ext cx="2388543" cy="768251"/>
          </a:xfrm>
          <a:prstGeom prst="roundRect">
            <a:avLst>
              <a:gd name="adj" fmla="val 6612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296543" y="3438079"/>
            <a:ext cx="0" cy="76825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42543" y="3565029"/>
            <a:ext cx="2138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Zoneless Config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42543" y="3736479"/>
            <a:ext cx="2138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Kein Zone.js mehr noetig!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42543" y="3907929"/>
            <a:ext cx="2138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Angular 21 Default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19075"/>
            <a:ext cx="38739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 &amp;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43093" y="190500"/>
            <a:ext cx="792956" cy="323850"/>
          </a:xfrm>
          <a:prstGeom prst="roundRect">
            <a:avLst>
              <a:gd name="adj" fmla="val 15686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20794" y="266700"/>
            <a:ext cx="446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015901"/>
            <a:ext cx="2327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NgRx SignalStore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342876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signalStore() - Store-Definition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561951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withState() - Initialer State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781026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withComputed() - Abgeleitete Werte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000101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withMethods() - Mutationen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219176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withHooks() - Lifecycle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438251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Store Features entwickeln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758827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API &amp; HTTP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2977902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json-server als Mock-Backend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3196977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HttpInterceptorFn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416052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Loading State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71230" y="1015901"/>
            <a:ext cx="2327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SignalStore Beispiel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71230" y="1342876"/>
            <a:ext cx="2282279" cy="2063651"/>
          </a:xfrm>
          <a:prstGeom prst="roundRect">
            <a:avLst>
              <a:gd name="adj" fmla="val 2462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190280" y="1342876"/>
            <a:ext cx="0" cy="206365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6280" y="1469827"/>
            <a:ext cx="2030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ProductStore =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6280" y="1641277"/>
            <a:ext cx="2030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signalStore(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6280" y="1812727"/>
            <a:ext cx="2030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withState({ products: [] }),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6280" y="1984177"/>
            <a:ext cx="20300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withComputed(({ products }) =&gt; ({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6280" y="2288977"/>
            <a:ext cx="2030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count: computed(() =&gt;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6280" y="2460427"/>
            <a:ext cx="2030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products().length)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6280" y="2631877"/>
            <a:ext cx="2030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})),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6280" y="2803327"/>
            <a:ext cx="20300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withMethods(store =&gt; ({ ... }))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6280" y="3108127"/>
            <a:ext cx="2030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71230" y="3584228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Migration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71230" y="3803303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Karma/Jasmine zu Vitest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71230" y="4022378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vi.fn() statt jasmine.createSpy()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71230" y="4241453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jsdom / happy-dom / Playwright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71230" y="4460528"/>
            <a:ext cx="2327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UI fuer schnelles Feedback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19075"/>
            <a:ext cx="39009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Forms &amp; Accessibility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43093" y="190500"/>
            <a:ext cx="792956" cy="323850"/>
          </a:xfrm>
          <a:prstGeom prst="roundRect">
            <a:avLst>
              <a:gd name="adj" fmla="val 15686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20794" y="266700"/>
            <a:ext cx="446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015901"/>
            <a:ext cx="26095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Vormittag: Signal Forms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342876"/>
            <a:ext cx="26095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Template-Driven vs Reactive vs Signal Forms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704826"/>
            <a:ext cx="26095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Forms + Signals Integration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923901"/>
            <a:ext cx="26095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Cross-Field Validation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142976"/>
            <a:ext cx="26095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Dynamische FormArrays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362051"/>
            <a:ext cx="26095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Checkout 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682627"/>
            <a:ext cx="26095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Nachmittag: Accessibility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901702"/>
            <a:ext cx="26095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WAI-ARIA Rollen und Zustaende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3120777"/>
            <a:ext cx="26095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Trap fuer modale Dialoge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3339852"/>
            <a:ext cx="26095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Tastaturnavigation in Listen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558927"/>
            <a:ext cx="26095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 Kompatibilitaet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3778002"/>
            <a:ext cx="26095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DevTools &amp; Lighthouse Audit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47306" y="1015901"/>
            <a:ext cx="26096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+ Signals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47306" y="1342876"/>
            <a:ext cx="2558504" cy="1111151"/>
          </a:xfrm>
          <a:prstGeom prst="roundRect">
            <a:avLst>
              <a:gd name="adj" fmla="val 4572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466356" y="1342876"/>
            <a:ext cx="0" cy="111115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2356" y="1469827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Reactive Form mit Signal State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12356" y="1641277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= new FormGroup({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12356" y="1812727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new FormControl('')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12356" y="1984177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12356" y="2155627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 = signal(false);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47306" y="2631728"/>
            <a:ext cx="26096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Pattern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47306" y="2958703"/>
            <a:ext cx="2558504" cy="1282601"/>
          </a:xfrm>
          <a:prstGeom prst="roundRect">
            <a:avLst>
              <a:gd name="adj" fmla="val 3961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466356" y="2958703"/>
            <a:ext cx="0" cy="128260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2356" y="3085654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ARIA Dialog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12356" y="3257104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role="dialog"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12356" y="3428554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aria-modal="true"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12356" y="3600004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aria-labelledby="title"&gt;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12356" y="3771454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Focus Trap --&gt;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12356" y="3942904"/>
            <a:ext cx="2311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19075"/>
            <a:ext cx="39839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Production, CI/CD &amp; Wrap-Up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43093" y="190500"/>
            <a:ext cx="792956" cy="323850"/>
          </a:xfrm>
          <a:prstGeom prst="roundRect">
            <a:avLst>
              <a:gd name="adj" fmla="val 15686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20794" y="266700"/>
            <a:ext cx="446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015901"/>
            <a:ext cx="23007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Vormittag: Production Ready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542901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Build-Optimierungen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761976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Budget-Limits in angular.json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981051"/>
            <a:ext cx="2300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Bundle-Analyse mit source-map-explorer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343001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@defer fuer Lazy Components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562076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 Pipeline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882652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Nachmittag: Abschlussprojekt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3101727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Eigenes Feature implementieren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3320802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Workshop-Patterns anwenden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3539877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Praesentation der Ergebnisse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758952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&amp; naechste Schritte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44589" y="1015901"/>
            <a:ext cx="230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Migrations-Checklisten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44589" y="1342876"/>
            <a:ext cx="2255639" cy="1897856"/>
          </a:xfrm>
          <a:prstGeom prst="roundRect">
            <a:avLst>
              <a:gd name="adj" fmla="val 4015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06514" y="1504801"/>
            <a:ext cx="197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Standalone Migration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06514" y="1701552"/>
            <a:ext cx="197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Signal Migration (RxJS zu Signals)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06514" y="1898303"/>
            <a:ext cx="197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Zoneless Migration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06514" y="2095054"/>
            <a:ext cx="197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Vitest Migration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06514" y="2291804"/>
            <a:ext cx="197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Signal Forms Migration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06514" y="2488555"/>
            <a:ext cx="197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Accessibility Audit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06514" y="2685306"/>
            <a:ext cx="197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CI/CD Pipeline einrichten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06514" y="2882057"/>
            <a:ext cx="197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Performance Baseline messen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44589" y="3418433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Abschlussprojekt-Anforderungen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44589" y="3637508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+ Signals + Store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44589" y="3856583"/>
            <a:ext cx="230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Formulare + Tests + A11y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19075"/>
            <a:ext cx="35470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Enterprise-Projektstruktur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990600"/>
            <a:ext cx="1704082" cy="3771900"/>
          </a:xfrm>
          <a:prstGeom prst="roundRect">
            <a:avLst>
              <a:gd name="adj" fmla="val 447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009650"/>
            <a:ext cx="1704082" cy="0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651" y="1206401"/>
            <a:ext cx="13756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651" y="1504801"/>
            <a:ext cx="13756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Singleton-Services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651" y="1720602"/>
            <a:ext cx="1375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interceptors/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7152" y="1879253"/>
            <a:ext cx="12721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mock-api.interceptor.ts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651" y="2069753"/>
            <a:ext cx="1375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guards/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7152" y="2228404"/>
            <a:ext cx="12721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auth.guard.ts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651" y="2418904"/>
            <a:ext cx="1375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7152" y="2577554"/>
            <a:ext cx="12721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error-handler.service.ts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5933" y="990600"/>
            <a:ext cx="1704231" cy="3771900"/>
          </a:xfrm>
          <a:prstGeom prst="roundRect">
            <a:avLst>
              <a:gd name="adj" fmla="val 44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65933" y="1009650"/>
            <a:ext cx="1704231" cy="0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3634" y="1206401"/>
            <a:ext cx="13758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43634" y="1504801"/>
            <a:ext cx="13758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Wiederverwendbar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43634" y="1720602"/>
            <a:ext cx="1375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5135" y="1879253"/>
            <a:ext cx="127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confirm-dialog.component.ts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5135" y="2133154"/>
            <a:ext cx="1272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search-input.component.ts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43634" y="2323654"/>
            <a:ext cx="1375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5135" y="2482304"/>
            <a:ext cx="1272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product.model.ts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24065" y="990600"/>
            <a:ext cx="1704231" cy="3771900"/>
          </a:xfrm>
          <a:prstGeom prst="roundRect">
            <a:avLst>
              <a:gd name="adj" fmla="val 44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424065" y="1009650"/>
            <a:ext cx="1704231" cy="0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1766" y="1206401"/>
            <a:ext cx="13758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01766" y="1504801"/>
            <a:ext cx="13758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Feature-Domaenen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01766" y="1720602"/>
            <a:ext cx="1375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3266" y="1879253"/>
            <a:ext cx="1272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data-access/ | ui/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01766" y="2069753"/>
            <a:ext cx="1375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3266" y="2228404"/>
            <a:ext cx="1272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data-access/ | ui/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01766" y="2418904"/>
            <a:ext cx="1375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hr/ | crm/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3266" y="2577554"/>
            <a:ext cx="127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Stores, Services, Komponenten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82196" y="990600"/>
            <a:ext cx="1727299" cy="3771900"/>
          </a:xfrm>
          <a:prstGeom prst="roundRect">
            <a:avLst>
              <a:gd name="adj" fmla="val 44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382196" y="1009650"/>
            <a:ext cx="1727299" cy="0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9897" y="1206401"/>
            <a:ext cx="1399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layout/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59897" y="1504801"/>
            <a:ext cx="13993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App-Shell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59897" y="1720602"/>
            <a:ext cx="13993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sidebar.component.ts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61398" y="1879253"/>
            <a:ext cx="12958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mit Signals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59897" y="2069753"/>
            <a:ext cx="13993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app.component.ts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61398" y="2228404"/>
            <a:ext cx="12958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Router-Outlet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59897" y="2418904"/>
            <a:ext cx="13993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61398" y="2577554"/>
            <a:ext cx="12958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NgModule zum Vergleich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19075"/>
            <a:ext cx="38962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Progressive Git-Branches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96515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002" y="1038076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251" y="1038076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step-01-scaffold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27202" y="1038076"/>
            <a:ext cx="20194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Projekt-Scaffold mit Enterprise-Struktur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23853" y="1047601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4901" y="1295251"/>
            <a:ext cx="25301" cy="762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13714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4002" y="1444377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251" y="1444377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step-02-standalone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27202" y="1444377"/>
            <a:ext cx="19508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zu Standalone Components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56583" y="1453902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4901" y="1701552"/>
            <a:ext cx="25301" cy="762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950" y="17777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4002" y="1850678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251" y="1850678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step-03-signals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7202" y="1850678"/>
            <a:ext cx="1909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Signals: signal(), computed(), effect()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15953" y="1860203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4901" y="2107853"/>
            <a:ext cx="25301" cy="762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950" y="21840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84002" y="2256979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251" y="2256979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step-04-zoneless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27202" y="2256979"/>
            <a:ext cx="14388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Zoneless Change Detection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54586" y="2266504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4901" y="2514154"/>
            <a:ext cx="25301" cy="762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7950" y="259035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84002" y="2663279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251" y="2663279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step-05-signalstore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27202" y="2663279"/>
            <a:ext cx="156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NgRx SignalStore Grundlagen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1685" y="2672804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4901" y="2920454"/>
            <a:ext cx="25301" cy="762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07950" y="299665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84002" y="306958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251" y="3069580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step-06-mock-api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27202" y="3069580"/>
            <a:ext cx="1533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API und HTTP Services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47455" y="3079105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4901" y="3326755"/>
            <a:ext cx="25301" cy="762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7950" y="340295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84002" y="3475881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14251" y="3475881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step-07-vitest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27202" y="3475881"/>
            <a:ext cx="14280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Migration und Testing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4019" y="3485406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4901" y="3733056"/>
            <a:ext cx="25301" cy="762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07950" y="380925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84002" y="3882182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14251" y="3882182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step-08-forms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27202" y="3882182"/>
            <a:ext cx="13413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Signal-basierte Formulare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9038" y="3891707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4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4901" y="4139357"/>
            <a:ext cx="25301" cy="762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07950" y="421555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4002" y="4288482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14251" y="4288482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step-09-a11y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27202" y="4288482"/>
            <a:ext cx="15506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Barrierefreiheit und WAI-ARIA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64272" y="4298007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4901" y="4545657"/>
            <a:ext cx="25301" cy="76200"/>
          </a:xfrm>
          <a:prstGeom prst="rect">
            <a:avLst/>
          </a:prstGeom>
          <a:solidFill>
            <a:srgbClr val="DDDD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07950" y="462185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84002" y="4694783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14251" y="4694783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step-10-ci-cd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27202" y="4694783"/>
            <a:ext cx="16460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und Deployment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57736" y="4704308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5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07950" y="4502348"/>
            <a:ext cx="8128099" cy="387251"/>
          </a:xfrm>
          <a:prstGeom prst="roundRect">
            <a:avLst>
              <a:gd name="adj" fmla="val 13118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527000" y="4502348"/>
            <a:ext cx="0" cy="38725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3751" y="4629299"/>
            <a:ext cx="7889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./scripts/workshop-nav.sh next | prev | goto 05 | status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19075"/>
            <a:ext cx="25123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Technologie-Stack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15901"/>
            <a:ext cx="1289745" cy="3746599"/>
          </a:xfrm>
          <a:prstGeom prst="roundRect">
            <a:avLst>
              <a:gd name="adj" fmla="val 59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4743450"/>
            <a:ext cx="1289745" cy="0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308" y="1193602"/>
            <a:ext cx="9530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76308" y="1653927"/>
            <a:ext cx="953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308" y="1907828"/>
            <a:ext cx="95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Default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6308" y="2060228"/>
            <a:ext cx="95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Zoneless Default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6308" y="2212628"/>
            <a:ext cx="95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Signal-based APIs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51596" y="1015901"/>
            <a:ext cx="1289893" cy="3746599"/>
          </a:xfrm>
          <a:prstGeom prst="roundRect">
            <a:avLst>
              <a:gd name="adj" fmla="val 59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051596" y="4743450"/>
            <a:ext cx="1289893" cy="0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19952" y="1193602"/>
            <a:ext cx="9531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219952" y="1653927"/>
            <a:ext cx="9531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19952" y="1907828"/>
            <a:ext cx="9531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Strikte Typisierung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19952" y="2060228"/>
            <a:ext cx="953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Type Checking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19952" y="2326928"/>
            <a:ext cx="9531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Modernste Features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95390" y="1015901"/>
            <a:ext cx="1289745" cy="3746599"/>
          </a:xfrm>
          <a:prstGeom prst="roundRect">
            <a:avLst>
              <a:gd name="adj" fmla="val 59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595390" y="4743450"/>
            <a:ext cx="1289745" cy="0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3747" y="1193602"/>
            <a:ext cx="9530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763747" y="1653927"/>
            <a:ext cx="953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NgRx Signals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63747" y="1907828"/>
            <a:ext cx="95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signalStore()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63747" y="2060228"/>
            <a:ext cx="95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withComputed()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763747" y="2212628"/>
            <a:ext cx="95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withMethods()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39035" y="1015901"/>
            <a:ext cx="1289745" cy="3746599"/>
          </a:xfrm>
          <a:prstGeom prst="roundRect">
            <a:avLst>
              <a:gd name="adj" fmla="val 59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139035" y="4743450"/>
            <a:ext cx="1289745" cy="0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7393" y="1193602"/>
            <a:ext cx="9530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4.x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307393" y="1653927"/>
            <a:ext cx="953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7393" y="1907828"/>
            <a:ext cx="95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ESM-nativ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07393" y="2060228"/>
            <a:ext cx="95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jsdom / happy-dom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07393" y="2212628"/>
            <a:ext cx="95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Watch-Mode &amp; UI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950" y="4213324"/>
            <a:ext cx="1503611" cy="549176"/>
          </a:xfrm>
          <a:prstGeom prst="roundRect">
            <a:avLst>
              <a:gd name="adj" fmla="val 925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2404" y="4340275"/>
            <a:ext cx="1274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esbuild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2404" y="4521250"/>
            <a:ext cx="12747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Lightning-Fast Builds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63961" y="4213324"/>
            <a:ext cx="1503759" cy="549176"/>
          </a:xfrm>
          <a:prstGeom prst="roundRect">
            <a:avLst>
              <a:gd name="adj" fmla="val 925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278413" y="4340275"/>
            <a:ext cx="1274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78413" y="4521250"/>
            <a:ext cx="1274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Custom Properties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20120" y="4213324"/>
            <a:ext cx="1503611" cy="549176"/>
          </a:xfrm>
          <a:prstGeom prst="roundRect">
            <a:avLst>
              <a:gd name="adj" fmla="val 925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934574" y="4340275"/>
            <a:ext cx="1274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9+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34574" y="4521250"/>
            <a:ext cx="12747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Config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76131" y="4213324"/>
            <a:ext cx="1503759" cy="549176"/>
          </a:xfrm>
          <a:prstGeom prst="roundRect">
            <a:avLst>
              <a:gd name="adj" fmla="val 925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590583" y="4340275"/>
            <a:ext cx="1274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json-server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90583" y="4521250"/>
            <a:ext cx="1274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API Backend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32290" y="4213324"/>
            <a:ext cx="1503759" cy="549176"/>
          </a:xfrm>
          <a:prstGeom prst="roundRect">
            <a:avLst>
              <a:gd name="adj" fmla="val 925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246742" y="4340275"/>
            <a:ext cx="1274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46742" y="4521250"/>
            <a:ext cx="1274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DD00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735360"/>
            <a:ext cx="389257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78285"/>
            <a:ext cx="38925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600" b="1" dirty="0">
                <a:solidFill>
                  <a:srgbClr val="DD0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 Feedback? Naechste Schritte?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100560"/>
            <a:ext cx="38925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2294186"/>
            <a:ext cx="38925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Tobias Oberrauch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706886"/>
            <a:ext cx="38925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900511"/>
            <a:ext cx="38925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tobias.oberrauch@gmx.de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3313212"/>
            <a:ext cx="38925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3506837"/>
            <a:ext cx="38925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0176 416 348 17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4224189"/>
            <a:ext cx="38925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Nachbereitungsdokument innerhalb von 3 Werktagen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4443264"/>
            <a:ext cx="38925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Repository-Zugang bleibt mindestens 6 Monate aktiv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6933" y="3867299"/>
            <a:ext cx="3395067" cy="768251"/>
          </a:xfrm>
          <a:prstGeom prst="roundRect">
            <a:avLst>
              <a:gd name="adj" fmla="val 9919"/>
            </a:avLst>
          </a:prstGeom>
          <a:solidFill>
            <a:srgbClr val="2525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05983" y="3867299"/>
            <a:ext cx="0" cy="768251"/>
          </a:xfrm>
          <a:prstGeom prst="line">
            <a:avLst/>
          </a:prstGeom>
          <a:noFill/>
          <a:ln w="38100">
            <a:solidFill>
              <a:srgbClr val="DD00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8934" y="4070449"/>
            <a:ext cx="2906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REPOSITORY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78934" y="4279999"/>
            <a:ext cx="2906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0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github.com/tobiasoberrauch/angular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21 Advanced Workshop</dc:title>
  <dc:subject>DVC - Digital Venture Consultants</dc:subject>
  <dc:creator>Tobias Oberrauch</dc:creator>
  <cp:lastModifiedBy>Tobias Oberrauch</cp:lastModifiedBy>
  <cp:revision>1</cp:revision>
  <dcterms:created xsi:type="dcterms:W3CDTF">2026-03-25T10:29:07Z</dcterms:created>
  <dcterms:modified xsi:type="dcterms:W3CDTF">2026-03-25T10:29:07Z</dcterms:modified>
</cp:coreProperties>
</file>